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031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3A55"/>
                </a:solidFill>
              </a:rPr>
              <a:t>Sistemi i Menaxhimit të Bibliotekës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</a:rPr>
              <a:t>Library Management System — Projekt Semestral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23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Inxhinieria dhe Integrimi i Softuerit — Programi Master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Prof. Besart Prebreza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55"/>
                </a:solidFill>
              </a:rPr>
              <a:t>Problemi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789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Menaxhimi manual i librave dhe huazimeve (regjistra/Excel)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Humbje gjurmimi të afateve të kthimit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Mungesë njoftimesh automatike për anëtarët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Vështirësi në raportim (libra më të kërkuar, vonesa)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55"/>
                </a:solidFill>
              </a:rPr>
              <a:t>Zgjidhja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789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Aplikacion web që digjitalizon tërë procesin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Role të veçanta: Admin (bibliotekar) dhe Anëtar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Kërkim, huazim dhe kthim librash online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Njoftime automatike me email për afatet e kthimit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55"/>
                </a:solidFill>
              </a:rPr>
              <a:t>Arkitektura dhe Teknologjitë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789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Arkitekturë 3-shtresore: Frontend → REST API → Databazë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Backend: Node.js + Express.js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Databaza: SQLite (e migrueshme në PostgreSQL)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Autentifikim: JWT + bcrypt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Integrim i jashtëm: Email API (Nodemailer) + cron job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3A55"/>
                </a:solidFill>
              </a:rPr>
              <a:t>Use Case Diagram</a:t>
            </a:r>
            <a:endParaRPr lang="en-US" sz="2600" dirty="0"/>
          </a:p>
        </p:txBody>
      </p:sp>
      <p:pic>
        <p:nvPicPr>
          <p:cNvPr id="3" name="Image 0" descr="/home/claude/library-system/diagrams/use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8374" y="1005840"/>
            <a:ext cx="3174946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3A55"/>
                </a:solidFill>
              </a:rPr>
              <a:t>Class Diagram</a:t>
            </a:r>
            <a:endParaRPr lang="en-US" sz="2600" dirty="0"/>
          </a:p>
        </p:txBody>
      </p:sp>
      <p:pic>
        <p:nvPicPr>
          <p:cNvPr id="3" name="Image 0" descr="/home/claude/library-system/diagrams/cl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5848" y="1005840"/>
            <a:ext cx="2959999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3A55"/>
                </a:solidFill>
              </a:rPr>
              <a:t>ER Diagram (Databaza)</a:t>
            </a:r>
            <a:endParaRPr lang="en-US" sz="2600" dirty="0"/>
          </a:p>
        </p:txBody>
      </p:sp>
      <p:pic>
        <p:nvPicPr>
          <p:cNvPr id="3" name="Image 0" descr="/home/claude/library-system/diagrams/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488" y="2335028"/>
            <a:ext cx="8046720" cy="27365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3A55"/>
                </a:solidFill>
              </a:rPr>
              <a:t>Sequence Diagram — Huazimi i librit</a:t>
            </a:r>
            <a:endParaRPr lang="en-US" sz="2600" dirty="0"/>
          </a:p>
        </p:txBody>
      </p:sp>
      <p:pic>
        <p:nvPicPr>
          <p:cNvPr id="3" name="Image 0" descr="/home/claude/library-system/diagrams/sequ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488" y="1143000"/>
            <a:ext cx="80467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55"/>
                </a:solidFill>
              </a:rPr>
              <a:t>Integrimi me Shërbim të Jashtëm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789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Email API (SMTP përmes Nodemailer)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Email mirëseardhje automatik pas regjistrimit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Cron job ditor (08:00) që kontrollon afatet dhe dërgon kujtesa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Modul i izoluar (emailService.js) — lehtë i zëvendësueshëm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55"/>
                </a:solidFill>
              </a:rPr>
              <a:t>Testimi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789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10 teste integrimi (Jest + Supertest)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Mbulojnë: regjistrim, login, autorizim sipas roleve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Kërkim librash, huazim, kthim, dhe raste kufizuese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Të gjitha 10 testet PASS ✓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55"/>
                </a:solidFill>
              </a:rPr>
              <a:t>Demonstrimi Live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789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1. Regjistrim/Login si Anëtar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2. Kërkim libri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3. Huazim libri (kontroll disponueshmërie)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4. Kthim libri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5. Panel Admin: shtim libri + raport huazimesh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3A55"/>
                </a:solidFill>
              </a:rPr>
              <a:t>Përfundime dhe Punë të Ardhshme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789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Sistemi plotëson kërkesat minimale teknike të projektit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Arkitekturë e shtresëzuar, e gatshme për zgjerim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Punë e ardhshme: aplikacion mobil, integrim pagesash për gjoba,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</a:rPr>
              <a:t>sistem rezervimi paraprak për librat e huazuar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3A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743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Faleminderit!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657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AF0FB"/>
                </a:solidFill>
              </a:rPr>
              <a:t>Pyetje?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2026-09-05T20:40:09Z</dcterms:created>
  <dcterms:modified xsi:type="dcterms:W3CDTF">2026-09-05T20:40:09Z</dcterms:modified>
</cp:coreProperties>
</file>